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87FCD-95D5-41EA-8041-D4FE7F4A6B6E}" v="4" dt="2026-04-15T20:02:49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08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awery Kochanowicz" userId="74b72ed1cdcd8383" providerId="LiveId" clId="{9186368F-6331-4793-A25B-478A2923A0DA}"/>
    <pc:docChg chg="undo custSel addSld delSld modSld">
      <pc:chgData name="Ksawery Kochanowicz" userId="74b72ed1cdcd8383" providerId="LiveId" clId="{9186368F-6331-4793-A25B-478A2923A0DA}" dt="2026-04-15T20:03:11.970" v="905"/>
      <pc:docMkLst>
        <pc:docMk/>
      </pc:docMkLst>
      <pc:sldChg chg="addSp delSp modSp mod setBg addAnim">
        <pc:chgData name="Ksawery Kochanowicz" userId="74b72ed1cdcd8383" providerId="LiveId" clId="{9186368F-6331-4793-A25B-478A2923A0DA}" dt="2026-04-15T20:03:11.970" v="905"/>
        <pc:sldMkLst>
          <pc:docMk/>
          <pc:sldMk cId="1523719087" sldId="256"/>
        </pc:sldMkLst>
        <pc:spChg chg="mod">
          <ac:chgData name="Ksawery Kochanowicz" userId="74b72ed1cdcd8383" providerId="LiveId" clId="{9186368F-6331-4793-A25B-478A2923A0DA}" dt="2026-04-15T20:03:11.970" v="903" actId="26606"/>
          <ac:spMkLst>
            <pc:docMk/>
            <pc:sldMk cId="1523719087" sldId="256"/>
            <ac:spMk id="2" creationId="{24A2A939-3633-EAC0-A378-D41C6DBAAB23}"/>
          </ac:spMkLst>
        </pc:spChg>
        <pc:spChg chg="mod">
          <ac:chgData name="Ksawery Kochanowicz" userId="74b72ed1cdcd8383" providerId="LiveId" clId="{9186368F-6331-4793-A25B-478A2923A0DA}" dt="2026-04-15T20:03:11.970" v="903" actId="26606"/>
          <ac:spMkLst>
            <pc:docMk/>
            <pc:sldMk cId="1523719087" sldId="256"/>
            <ac:spMk id="3" creationId="{943109DA-E3E4-4F78-1253-B771B4B89691}"/>
          </ac:spMkLst>
        </pc:spChg>
        <pc:spChg chg="add">
          <ac:chgData name="Ksawery Kochanowicz" userId="74b72ed1cdcd8383" providerId="LiveId" clId="{9186368F-6331-4793-A25B-478A2923A0DA}" dt="2026-04-15T20:03:11.970" v="903" actId="26606"/>
          <ac:spMkLst>
            <pc:docMk/>
            <pc:sldMk cId="1523719087" sldId="256"/>
            <ac:spMk id="5" creationId="{943CAA20-3569-4189-9E48-239A229A86CA}"/>
          </ac:spMkLst>
        </pc:spChg>
        <pc:spChg chg="add">
          <ac:chgData name="Ksawery Kochanowicz" userId="74b72ed1cdcd8383" providerId="LiveId" clId="{9186368F-6331-4793-A25B-478A2923A0DA}" dt="2026-04-15T20:03:11.970" v="903" actId="26606"/>
          <ac:spMkLst>
            <pc:docMk/>
            <pc:sldMk cId="1523719087" sldId="256"/>
            <ac:spMk id="6" creationId="{DA542B6D-E775-4832-91DC-2D20F857813A}"/>
          </ac:spMkLst>
        </pc:spChg>
        <pc:spChg chg="add del">
          <ac:chgData name="Ksawery Kochanowicz" userId="74b72ed1cdcd8383" providerId="LiveId" clId="{9186368F-6331-4793-A25B-478A2923A0DA}" dt="2026-04-15T20:00:32.664" v="862" actId="26606"/>
          <ac:spMkLst>
            <pc:docMk/>
            <pc:sldMk cId="1523719087" sldId="256"/>
            <ac:spMk id="8" creationId="{943CAA20-3569-4189-9E48-239A229A86CA}"/>
          </ac:spMkLst>
        </pc:spChg>
        <pc:spChg chg="add del">
          <ac:chgData name="Ksawery Kochanowicz" userId="74b72ed1cdcd8383" providerId="LiveId" clId="{9186368F-6331-4793-A25B-478A2923A0DA}" dt="2026-04-15T20:00:32.664" v="862" actId="26606"/>
          <ac:spMkLst>
            <pc:docMk/>
            <pc:sldMk cId="1523719087" sldId="256"/>
            <ac:spMk id="10" creationId="{DA542B6D-E775-4832-91DC-2D20F857813A}"/>
          </ac:spMkLst>
        </pc:spChg>
      </pc:sldChg>
      <pc:sldChg chg="addSp delSp modSp new mod setBg">
        <pc:chgData name="Ksawery Kochanowicz" userId="74b72ed1cdcd8383" providerId="LiveId" clId="{9186368F-6331-4793-A25B-478A2923A0DA}" dt="2026-04-15T20:01:47.361" v="877" actId="26606"/>
        <pc:sldMkLst>
          <pc:docMk/>
          <pc:sldMk cId="1317607016" sldId="257"/>
        </pc:sldMkLst>
        <pc:spChg chg="mod">
          <ac:chgData name="Ksawery Kochanowicz" userId="74b72ed1cdcd8383" providerId="LiveId" clId="{9186368F-6331-4793-A25B-478A2923A0DA}" dt="2026-04-15T20:01:47.361" v="877" actId="26606"/>
          <ac:spMkLst>
            <pc:docMk/>
            <pc:sldMk cId="1317607016" sldId="257"/>
            <ac:spMk id="2" creationId="{75C854B9-BA12-C543-DC55-B377F498BF58}"/>
          </ac:spMkLst>
        </pc:spChg>
        <pc:spChg chg="mod">
          <ac:chgData name="Ksawery Kochanowicz" userId="74b72ed1cdcd8383" providerId="LiveId" clId="{9186368F-6331-4793-A25B-478A2923A0DA}" dt="2026-04-15T20:01:47.361" v="877" actId="26606"/>
          <ac:spMkLst>
            <pc:docMk/>
            <pc:sldMk cId="1317607016" sldId="257"/>
            <ac:spMk id="3" creationId="{0691F0FB-9F64-14CD-1D37-283E56EB3765}"/>
          </ac:spMkLst>
        </pc:spChg>
        <pc:spChg chg="add">
          <ac:chgData name="Ksawery Kochanowicz" userId="74b72ed1cdcd8383" providerId="LiveId" clId="{9186368F-6331-4793-A25B-478A2923A0DA}" dt="2026-04-15T20:01:47.361" v="877" actId="26606"/>
          <ac:spMkLst>
            <pc:docMk/>
            <pc:sldMk cId="1317607016" sldId="257"/>
            <ac:spMk id="1030" creationId="{2B97F24A-32CE-4C1C-A50D-3016B394DCFB}"/>
          </ac:spMkLst>
        </pc:spChg>
        <pc:spChg chg="add del">
          <ac:chgData name="Ksawery Kochanowicz" userId="74b72ed1cdcd8383" providerId="LiveId" clId="{9186368F-6331-4793-A25B-478A2923A0DA}" dt="2026-04-15T19:59:30.250" v="856" actId="26606"/>
          <ac:spMkLst>
            <pc:docMk/>
            <pc:sldMk cId="1317607016" sldId="257"/>
            <ac:spMk id="1031" creationId="{2B97F24A-32CE-4C1C-A50D-3016B394DCFB}"/>
          </ac:spMkLst>
        </pc:spChg>
        <pc:spChg chg="add">
          <ac:chgData name="Ksawery Kochanowicz" userId="74b72ed1cdcd8383" providerId="LiveId" clId="{9186368F-6331-4793-A25B-478A2923A0DA}" dt="2026-04-15T20:01:47.361" v="877" actId="26606"/>
          <ac:spMkLst>
            <pc:docMk/>
            <pc:sldMk cId="1317607016" sldId="257"/>
            <ac:spMk id="1032" creationId="{CD8B4F24-440B-49E9-B85D-733523DC064B}"/>
          </ac:spMkLst>
        </pc:spChg>
        <pc:spChg chg="add del">
          <ac:chgData name="Ksawery Kochanowicz" userId="74b72ed1cdcd8383" providerId="LiveId" clId="{9186368F-6331-4793-A25B-478A2923A0DA}" dt="2026-04-15T19:59:30.250" v="856" actId="26606"/>
          <ac:spMkLst>
            <pc:docMk/>
            <pc:sldMk cId="1317607016" sldId="257"/>
            <ac:spMk id="1033" creationId="{CD8B4F24-440B-49E9-B85D-733523DC064B}"/>
          </ac:spMkLst>
        </pc:spChg>
        <pc:spChg chg="add del">
          <ac:chgData name="Ksawery Kochanowicz" userId="74b72ed1cdcd8383" providerId="LiveId" clId="{9186368F-6331-4793-A25B-478A2923A0DA}" dt="2026-04-15T19:59:31.284" v="858" actId="26606"/>
          <ac:spMkLst>
            <pc:docMk/>
            <pc:sldMk cId="1317607016" sldId="257"/>
            <ac:spMk id="1035" creationId="{665DBBEF-238B-476B-96AB-8AAC3224ECEA}"/>
          </ac:spMkLst>
        </pc:spChg>
        <pc:spChg chg="add del">
          <ac:chgData name="Ksawery Kochanowicz" userId="74b72ed1cdcd8383" providerId="LiveId" clId="{9186368F-6331-4793-A25B-478A2923A0DA}" dt="2026-04-15T19:59:31.284" v="858" actId="26606"/>
          <ac:spMkLst>
            <pc:docMk/>
            <pc:sldMk cId="1317607016" sldId="257"/>
            <ac:spMk id="1036" creationId="{3FCFB1DE-0B7E-48CC-BA90-B2AB0889F9D6}"/>
          </ac:spMkLst>
        </pc:spChg>
        <pc:spChg chg="add del">
          <ac:chgData name="Ksawery Kochanowicz" userId="74b72ed1cdcd8383" providerId="LiveId" clId="{9186368F-6331-4793-A25B-478A2923A0DA}" dt="2026-04-15T20:00:33.427" v="864" actId="26606"/>
          <ac:spMkLst>
            <pc:docMk/>
            <pc:sldMk cId="1317607016" sldId="257"/>
            <ac:spMk id="1038" creationId="{2B97F24A-32CE-4C1C-A50D-3016B394DCFB}"/>
          </ac:spMkLst>
        </pc:spChg>
        <pc:spChg chg="add del">
          <ac:chgData name="Ksawery Kochanowicz" userId="74b72ed1cdcd8383" providerId="LiveId" clId="{9186368F-6331-4793-A25B-478A2923A0DA}" dt="2026-04-15T20:00:33.427" v="864" actId="26606"/>
          <ac:spMkLst>
            <pc:docMk/>
            <pc:sldMk cId="1317607016" sldId="257"/>
            <ac:spMk id="1039" creationId="{CD8B4F24-440B-49E9-B85D-733523DC064B}"/>
          </ac:spMkLst>
        </pc:spChg>
        <pc:picChg chg="add mod">
          <ac:chgData name="Ksawery Kochanowicz" userId="74b72ed1cdcd8383" providerId="LiveId" clId="{9186368F-6331-4793-A25B-478A2923A0DA}" dt="2026-04-15T20:00:33.427" v="864" actId="26606"/>
          <ac:picMkLst>
            <pc:docMk/>
            <pc:sldMk cId="1317607016" sldId="257"/>
            <ac:picMk id="1026" creationId="{2BA3C8CA-6072-9203-B6D8-13B00BB4FC16}"/>
          </ac:picMkLst>
        </pc:picChg>
        <pc:picChg chg="add mod">
          <ac:chgData name="Ksawery Kochanowicz" userId="74b72ed1cdcd8383" providerId="LiveId" clId="{9186368F-6331-4793-A25B-478A2923A0DA}" dt="2026-04-15T20:01:47.361" v="877" actId="26606"/>
          <ac:picMkLst>
            <pc:docMk/>
            <pc:sldMk cId="1317607016" sldId="257"/>
            <ac:picMk id="1028" creationId="{CC84EC91-A3CF-3F52-B476-59525321AF49}"/>
          </ac:picMkLst>
        </pc:picChg>
      </pc:sldChg>
      <pc:sldChg chg="addSp delSp modSp new add del mod setBg">
        <pc:chgData name="Ksawery Kochanowicz" userId="74b72ed1cdcd8383" providerId="LiveId" clId="{9186368F-6331-4793-A25B-478A2923A0DA}" dt="2026-04-15T20:00:57.704" v="874" actId="26606"/>
        <pc:sldMkLst>
          <pc:docMk/>
          <pc:sldMk cId="578279758" sldId="258"/>
        </pc:sldMkLst>
        <pc:spChg chg="mod">
          <ac:chgData name="Ksawery Kochanowicz" userId="74b72ed1cdcd8383" providerId="LiveId" clId="{9186368F-6331-4793-A25B-478A2923A0DA}" dt="2026-04-15T20:00:57.704" v="874" actId="26606"/>
          <ac:spMkLst>
            <pc:docMk/>
            <pc:sldMk cId="578279758" sldId="258"/>
            <ac:spMk id="2" creationId="{CB9D45D9-E993-EB30-72C5-D4AC6FFBB0A9}"/>
          </ac:spMkLst>
        </pc:spChg>
        <pc:spChg chg="mod ord">
          <ac:chgData name="Ksawery Kochanowicz" userId="74b72ed1cdcd8383" providerId="LiveId" clId="{9186368F-6331-4793-A25B-478A2923A0DA}" dt="2026-04-15T20:00:57.704" v="874" actId="26606"/>
          <ac:spMkLst>
            <pc:docMk/>
            <pc:sldMk cId="578279758" sldId="258"/>
            <ac:spMk id="3" creationId="{3E1033E4-FD77-6A55-9FE5-8D8E596E2E11}"/>
          </ac:spMkLst>
        </pc:spChg>
        <pc:spChg chg="add del">
          <ac:chgData name="Ksawery Kochanowicz" userId="74b72ed1cdcd8383" providerId="LiveId" clId="{9186368F-6331-4793-A25B-478A2923A0DA}" dt="2026-04-15T20:00:56.884" v="871" actId="26606"/>
          <ac:spMkLst>
            <pc:docMk/>
            <pc:sldMk cId="578279758" sldId="258"/>
            <ac:spMk id="9" creationId="{743AA782-23D1-4521-8CAD-47662984AA08}"/>
          </ac:spMkLst>
        </pc:spChg>
        <pc:spChg chg="add del">
          <ac:chgData name="Ksawery Kochanowicz" userId="74b72ed1cdcd8383" providerId="LiveId" clId="{9186368F-6331-4793-A25B-478A2923A0DA}" dt="2026-04-15T19:59:20.420" v="853" actId="26606"/>
          <ac:spMkLst>
            <pc:docMk/>
            <pc:sldMk cId="578279758" sldId="258"/>
            <ac:spMk id="10" creationId="{2EB492CD-616E-47F8-933B-5E2D952A0593}"/>
          </ac:spMkLst>
        </pc:spChg>
        <pc:spChg chg="add del">
          <ac:chgData name="Ksawery Kochanowicz" userId="74b72ed1cdcd8383" providerId="LiveId" clId="{9186368F-6331-4793-A25B-478A2923A0DA}" dt="2026-04-15T20:00:56.884" v="871" actId="26606"/>
          <ac:spMkLst>
            <pc:docMk/>
            <pc:sldMk cId="578279758" sldId="258"/>
            <ac:spMk id="11" creationId="{71877DBC-BB60-40F0-AC93-2ACDBAAE60CE}"/>
          </ac:spMkLst>
        </pc:spChg>
        <pc:spChg chg="add del">
          <ac:chgData name="Ksawery Kochanowicz" userId="74b72ed1cdcd8383" providerId="LiveId" clId="{9186368F-6331-4793-A25B-478A2923A0DA}" dt="2026-04-15T19:59:20.420" v="853" actId="26606"/>
          <ac:spMkLst>
            <pc:docMk/>
            <pc:sldMk cId="578279758" sldId="258"/>
            <ac:spMk id="12" creationId="{59383CF9-23B5-4335-9B21-1791C4CF1C75}"/>
          </ac:spMkLst>
        </pc:spChg>
        <pc:spChg chg="add del">
          <ac:chgData name="Ksawery Kochanowicz" userId="74b72ed1cdcd8383" providerId="LiveId" clId="{9186368F-6331-4793-A25B-478A2923A0DA}" dt="2026-04-15T20:00:57.695" v="873" actId="26606"/>
          <ac:spMkLst>
            <pc:docMk/>
            <pc:sldMk cId="578279758" sldId="258"/>
            <ac:spMk id="13" creationId="{743AA782-23D1-4521-8CAD-47662984AA08}"/>
          </ac:spMkLst>
        </pc:spChg>
        <pc:spChg chg="add del">
          <ac:chgData name="Ksawery Kochanowicz" userId="74b72ed1cdcd8383" providerId="LiveId" clId="{9186368F-6331-4793-A25B-478A2923A0DA}" dt="2026-04-15T19:59:20.420" v="853" actId="26606"/>
          <ac:spMkLst>
            <pc:docMk/>
            <pc:sldMk cId="578279758" sldId="258"/>
            <ac:spMk id="14" creationId="{0007FE00-9498-4706-B255-6437B0252C02}"/>
          </ac:spMkLst>
        </pc:spChg>
        <pc:spChg chg="add del">
          <ac:chgData name="Ksawery Kochanowicz" userId="74b72ed1cdcd8383" providerId="LiveId" clId="{9186368F-6331-4793-A25B-478A2923A0DA}" dt="2026-04-15T20:00:57.695" v="873" actId="26606"/>
          <ac:spMkLst>
            <pc:docMk/>
            <pc:sldMk cId="578279758" sldId="258"/>
            <ac:spMk id="15" creationId="{650D18FE-0824-4A46-B22C-A86B52E5780A}"/>
          </ac:spMkLst>
        </pc:spChg>
        <pc:spChg chg="add del">
          <ac:chgData name="Ksawery Kochanowicz" userId="74b72ed1cdcd8383" providerId="LiveId" clId="{9186368F-6331-4793-A25B-478A2923A0DA}" dt="2026-04-15T20:00:34.649" v="865" actId="26606"/>
          <ac:spMkLst>
            <pc:docMk/>
            <pc:sldMk cId="578279758" sldId="258"/>
            <ac:spMk id="16" creationId="{F13C74B1-5B17-4795-BED0-7140497B445A}"/>
          </ac:spMkLst>
        </pc:spChg>
        <pc:spChg chg="add del">
          <ac:chgData name="Ksawery Kochanowicz" userId="74b72ed1cdcd8383" providerId="LiveId" clId="{9186368F-6331-4793-A25B-478A2923A0DA}" dt="2026-04-15T20:00:34.649" v="865" actId="26606"/>
          <ac:spMkLst>
            <pc:docMk/>
            <pc:sldMk cId="578279758" sldId="258"/>
            <ac:spMk id="17" creationId="{D4974D33-8DC5-464E-8C6D-BE58F0669C17}"/>
          </ac:spMkLst>
        </pc:spChg>
        <pc:spChg chg="add">
          <ac:chgData name="Ksawery Kochanowicz" userId="74b72ed1cdcd8383" providerId="LiveId" clId="{9186368F-6331-4793-A25B-478A2923A0DA}" dt="2026-04-15T20:00:57.704" v="874" actId="26606"/>
          <ac:spMkLst>
            <pc:docMk/>
            <pc:sldMk cId="578279758" sldId="258"/>
            <ac:spMk id="18" creationId="{743AA782-23D1-4521-8CAD-47662984AA08}"/>
          </ac:spMkLst>
        </pc:spChg>
        <pc:spChg chg="add">
          <ac:chgData name="Ksawery Kochanowicz" userId="74b72ed1cdcd8383" providerId="LiveId" clId="{9186368F-6331-4793-A25B-478A2923A0DA}" dt="2026-04-15T20:00:57.704" v="874" actId="26606"/>
          <ac:spMkLst>
            <pc:docMk/>
            <pc:sldMk cId="578279758" sldId="258"/>
            <ac:spMk id="19" creationId="{71877DBC-BB60-40F0-AC93-2ACDBAAE60CE}"/>
          </ac:spMkLst>
        </pc:spChg>
        <pc:picChg chg="add del mod">
          <ac:chgData name="Ksawery Kochanowicz" userId="74b72ed1cdcd8383" providerId="LiveId" clId="{9186368F-6331-4793-A25B-478A2923A0DA}" dt="2026-04-15T20:00:39.059" v="868" actId="22"/>
          <ac:picMkLst>
            <pc:docMk/>
            <pc:sldMk cId="578279758" sldId="258"/>
            <ac:picMk id="5" creationId="{96F344B9-1301-A43E-F217-F9F05090361D}"/>
          </ac:picMkLst>
        </pc:picChg>
        <pc:picChg chg="add mod">
          <ac:chgData name="Ksawery Kochanowicz" userId="74b72ed1cdcd8383" providerId="LiveId" clId="{9186368F-6331-4793-A25B-478A2923A0DA}" dt="2026-04-15T20:00:57.704" v="874" actId="26606"/>
          <ac:picMkLst>
            <pc:docMk/>
            <pc:sldMk cId="578279758" sldId="258"/>
            <ac:picMk id="7" creationId="{2E6A87A9-9403-0D28-DF18-C29EC1FFF3AB}"/>
          </ac:picMkLst>
        </pc:picChg>
      </pc:sldChg>
      <pc:sldChg chg="addSp delSp modSp new mod setBg">
        <pc:chgData name="Ksawery Kochanowicz" userId="74b72ed1cdcd8383" providerId="LiveId" clId="{9186368F-6331-4793-A25B-478A2923A0DA}" dt="2026-04-15T20:01:53.965" v="878" actId="26606"/>
        <pc:sldMkLst>
          <pc:docMk/>
          <pc:sldMk cId="1171065573" sldId="259"/>
        </pc:sldMkLst>
        <pc:spChg chg="mod">
          <ac:chgData name="Ksawery Kochanowicz" userId="74b72ed1cdcd8383" providerId="LiveId" clId="{9186368F-6331-4793-A25B-478A2923A0DA}" dt="2026-04-15T20:01:53.965" v="878" actId="26606"/>
          <ac:spMkLst>
            <pc:docMk/>
            <pc:sldMk cId="1171065573" sldId="259"/>
            <ac:spMk id="2" creationId="{7EE1C64D-FAE1-BBCB-851F-9426ABCDA91C}"/>
          </ac:spMkLst>
        </pc:spChg>
        <pc:spChg chg="add del mod">
          <ac:chgData name="Ksawery Kochanowicz" userId="74b72ed1cdcd8383" providerId="LiveId" clId="{9186368F-6331-4793-A25B-478A2923A0DA}" dt="2026-04-15T20:01:53.965" v="878" actId="26606"/>
          <ac:spMkLst>
            <pc:docMk/>
            <pc:sldMk cId="1171065573" sldId="259"/>
            <ac:spMk id="3" creationId="{C6A787EB-59A0-611F-9803-3FFA1497186C}"/>
          </ac:spMkLst>
        </pc:spChg>
        <pc:spChg chg="add">
          <ac:chgData name="Ksawery Kochanowicz" userId="74b72ed1cdcd8383" providerId="LiveId" clId="{9186368F-6331-4793-A25B-478A2923A0DA}" dt="2026-04-15T20:01:53.965" v="878" actId="26606"/>
          <ac:spMkLst>
            <pc:docMk/>
            <pc:sldMk cId="1171065573" sldId="259"/>
            <ac:spMk id="6" creationId="{2E442304-DDBD-4F7B-8017-36BCC863FB40}"/>
          </ac:spMkLst>
        </pc:spChg>
        <pc:spChg chg="add">
          <ac:chgData name="Ksawery Kochanowicz" userId="74b72ed1cdcd8383" providerId="LiveId" clId="{9186368F-6331-4793-A25B-478A2923A0DA}" dt="2026-04-15T20:01:53.965" v="878" actId="26606"/>
          <ac:spMkLst>
            <pc:docMk/>
            <pc:sldMk cId="1171065573" sldId="259"/>
            <ac:spMk id="7" creationId="{5E107275-3853-46FD-A241-DE4355A42675}"/>
          </ac:spMkLst>
        </pc:spChg>
        <pc:spChg chg="add del">
          <ac:chgData name="Ksawery Kochanowicz" userId="74b72ed1cdcd8383" providerId="LiveId" clId="{9186368F-6331-4793-A25B-478A2923A0DA}" dt="2026-04-15T20:00:33.030" v="863" actId="26606"/>
          <ac:spMkLst>
            <pc:docMk/>
            <pc:sldMk cId="1171065573" sldId="259"/>
            <ac:spMk id="9" creationId="{2E442304-DDBD-4F7B-8017-36BCC863FB40}"/>
          </ac:spMkLst>
        </pc:spChg>
        <pc:spChg chg="add del">
          <ac:chgData name="Ksawery Kochanowicz" userId="74b72ed1cdcd8383" providerId="LiveId" clId="{9186368F-6331-4793-A25B-478A2923A0DA}" dt="2026-04-15T20:00:33.030" v="863" actId="26606"/>
          <ac:spMkLst>
            <pc:docMk/>
            <pc:sldMk cId="1171065573" sldId="259"/>
            <ac:spMk id="11" creationId="{5E107275-3853-46FD-A241-DE4355A42675}"/>
          </ac:spMkLst>
        </pc:spChg>
        <pc:graphicFrameChg chg="add del">
          <ac:chgData name="Ksawery Kochanowicz" userId="74b72ed1cdcd8383" providerId="LiveId" clId="{9186368F-6331-4793-A25B-478A2923A0DA}" dt="2026-04-15T20:00:33.030" v="863" actId="26606"/>
          <ac:graphicFrameMkLst>
            <pc:docMk/>
            <pc:sldMk cId="1171065573" sldId="259"/>
            <ac:graphicFrameMk id="5" creationId="{F487ED07-22B3-6780-BFFA-F88F523F12D5}"/>
          </ac:graphicFrameMkLst>
        </pc:graphicFrameChg>
        <pc:graphicFrameChg chg="add">
          <ac:chgData name="Ksawery Kochanowicz" userId="74b72ed1cdcd8383" providerId="LiveId" clId="{9186368F-6331-4793-A25B-478A2923A0DA}" dt="2026-04-15T20:01:53.965" v="878" actId="26606"/>
          <ac:graphicFrameMkLst>
            <pc:docMk/>
            <pc:sldMk cId="1171065573" sldId="259"/>
            <ac:graphicFrameMk id="8" creationId="{453316EB-C226-DCE7-8A0A-9F4717A7C89D}"/>
          </ac:graphicFrameMkLst>
        </pc:graphicFrameChg>
      </pc:sldChg>
      <pc:sldChg chg="addSp modSp new mod setBg">
        <pc:chgData name="Ksawery Kochanowicz" userId="74b72ed1cdcd8383" providerId="LiveId" clId="{9186368F-6331-4793-A25B-478A2923A0DA}" dt="2026-04-15T20:02:59.153" v="902" actId="20577"/>
        <pc:sldMkLst>
          <pc:docMk/>
          <pc:sldMk cId="3988313145" sldId="260"/>
        </pc:sldMkLst>
        <pc:spChg chg="mod">
          <ac:chgData name="Ksawery Kochanowicz" userId="74b72ed1cdcd8383" providerId="LiveId" clId="{9186368F-6331-4793-A25B-478A2923A0DA}" dt="2026-04-15T20:02:05.827" v="879" actId="26606"/>
          <ac:spMkLst>
            <pc:docMk/>
            <pc:sldMk cId="3988313145" sldId="260"/>
            <ac:spMk id="2" creationId="{EB4232F7-992F-D5EE-6AAF-756F00870185}"/>
          </ac:spMkLst>
        </pc:spChg>
        <pc:spChg chg="mod">
          <ac:chgData name="Ksawery Kochanowicz" userId="74b72ed1cdcd8383" providerId="LiveId" clId="{9186368F-6331-4793-A25B-478A2923A0DA}" dt="2026-04-15T20:02:59.153" v="902" actId="20577"/>
          <ac:spMkLst>
            <pc:docMk/>
            <pc:sldMk cId="3988313145" sldId="260"/>
            <ac:spMk id="3" creationId="{B34A1948-5B9C-3F3E-FB06-E268E1D5000B}"/>
          </ac:spMkLst>
        </pc:spChg>
        <pc:spChg chg="add">
          <ac:chgData name="Ksawery Kochanowicz" userId="74b72ed1cdcd8383" providerId="LiveId" clId="{9186368F-6331-4793-A25B-478A2923A0DA}" dt="2026-04-15T20:02:05.827" v="879" actId="26606"/>
          <ac:spMkLst>
            <pc:docMk/>
            <pc:sldMk cId="3988313145" sldId="260"/>
            <ac:spMk id="10" creationId="{2B97F24A-32CE-4C1C-A50D-3016B394DCFB}"/>
          </ac:spMkLst>
        </pc:spChg>
        <pc:spChg chg="add">
          <ac:chgData name="Ksawery Kochanowicz" userId="74b72ed1cdcd8383" providerId="LiveId" clId="{9186368F-6331-4793-A25B-478A2923A0DA}" dt="2026-04-15T20:02:05.827" v="879" actId="26606"/>
          <ac:spMkLst>
            <pc:docMk/>
            <pc:sldMk cId="3988313145" sldId="260"/>
            <ac:spMk id="12" creationId="{6357EC4F-235E-4222-A36F-C7878ACE37F2}"/>
          </ac:spMkLst>
        </pc:spChg>
        <pc:picChg chg="add mod">
          <ac:chgData name="Ksawery Kochanowicz" userId="74b72ed1cdcd8383" providerId="LiveId" clId="{9186368F-6331-4793-A25B-478A2923A0DA}" dt="2026-04-15T20:02:05.827" v="879" actId="26606"/>
          <ac:picMkLst>
            <pc:docMk/>
            <pc:sldMk cId="3988313145" sldId="260"/>
            <ac:picMk id="5" creationId="{879D5CE1-07F5-FACB-50C8-A41B7E81F4A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1F2A5C-FF31-480F-9529-3FF2FB380E0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5C47451-CAE5-4496-8AF2-7770D2F63A43}">
      <dgm:prSet/>
      <dgm:spPr/>
      <dgm:t>
        <a:bodyPr/>
        <a:lstStyle/>
        <a:p>
          <a:r>
            <a:rPr lang="en-US"/>
            <a:t>Understanding the algorithm and coding it, choosing correct data structure to store the disjoint set</a:t>
          </a:r>
        </a:p>
      </dgm:t>
    </dgm:pt>
    <dgm:pt modelId="{411733E3-8DB2-43BF-8126-70E7AE24B858}" type="parTrans" cxnId="{E312987B-1049-4058-9026-5B1E51931C7A}">
      <dgm:prSet/>
      <dgm:spPr/>
      <dgm:t>
        <a:bodyPr/>
        <a:lstStyle/>
        <a:p>
          <a:endParaRPr lang="en-US"/>
        </a:p>
      </dgm:t>
    </dgm:pt>
    <dgm:pt modelId="{CAE064AB-273F-424D-9F20-4AE09D21A82A}" type="sibTrans" cxnId="{E312987B-1049-4058-9026-5B1E51931C7A}">
      <dgm:prSet/>
      <dgm:spPr/>
      <dgm:t>
        <a:bodyPr/>
        <a:lstStyle/>
        <a:p>
          <a:endParaRPr lang="en-US"/>
        </a:p>
      </dgm:t>
    </dgm:pt>
    <dgm:pt modelId="{0226C08A-714D-4028-BCD0-C97A96767F85}">
      <dgm:prSet/>
      <dgm:spPr/>
      <dgm:t>
        <a:bodyPr/>
        <a:lstStyle/>
        <a:p>
          <a:r>
            <a:rPr lang="en-US"/>
            <a:t>Understanding the DS library from lectures, and tuning it to my project</a:t>
          </a:r>
        </a:p>
      </dgm:t>
    </dgm:pt>
    <dgm:pt modelId="{DA6E6283-7841-4049-BFF2-147015C87542}" type="parTrans" cxnId="{EB67269F-7444-4169-A3C7-D2370A97CA5E}">
      <dgm:prSet/>
      <dgm:spPr/>
      <dgm:t>
        <a:bodyPr/>
        <a:lstStyle/>
        <a:p>
          <a:endParaRPr lang="en-US"/>
        </a:p>
      </dgm:t>
    </dgm:pt>
    <dgm:pt modelId="{F7D38099-22EE-4D65-B8C9-F28098640979}" type="sibTrans" cxnId="{EB67269F-7444-4169-A3C7-D2370A97CA5E}">
      <dgm:prSet/>
      <dgm:spPr/>
      <dgm:t>
        <a:bodyPr/>
        <a:lstStyle/>
        <a:p>
          <a:endParaRPr lang="en-US"/>
        </a:p>
      </dgm:t>
    </dgm:pt>
    <dgm:pt modelId="{4B46A9C8-A4F4-41B0-9791-94301F8FD24E}" type="pres">
      <dgm:prSet presAssocID="{511F2A5C-FF31-480F-9529-3FF2FB380E0A}" presName="vert0" presStyleCnt="0">
        <dgm:presLayoutVars>
          <dgm:dir/>
          <dgm:animOne val="branch"/>
          <dgm:animLvl val="lvl"/>
        </dgm:presLayoutVars>
      </dgm:prSet>
      <dgm:spPr/>
    </dgm:pt>
    <dgm:pt modelId="{2C902968-9B38-4040-9870-D3C48AF888D6}" type="pres">
      <dgm:prSet presAssocID="{A5C47451-CAE5-4496-8AF2-7770D2F63A43}" presName="thickLine" presStyleLbl="alignNode1" presStyleIdx="0" presStyleCnt="2"/>
      <dgm:spPr/>
    </dgm:pt>
    <dgm:pt modelId="{A84CD44C-1F42-43B9-9439-206692199DA3}" type="pres">
      <dgm:prSet presAssocID="{A5C47451-CAE5-4496-8AF2-7770D2F63A43}" presName="horz1" presStyleCnt="0"/>
      <dgm:spPr/>
    </dgm:pt>
    <dgm:pt modelId="{A0286791-D6FC-4C77-BFC4-F1CE894708C0}" type="pres">
      <dgm:prSet presAssocID="{A5C47451-CAE5-4496-8AF2-7770D2F63A43}" presName="tx1" presStyleLbl="revTx" presStyleIdx="0" presStyleCnt="2"/>
      <dgm:spPr/>
    </dgm:pt>
    <dgm:pt modelId="{C3875B16-0759-4931-B1ED-4C4B0B9EEC18}" type="pres">
      <dgm:prSet presAssocID="{A5C47451-CAE5-4496-8AF2-7770D2F63A43}" presName="vert1" presStyleCnt="0"/>
      <dgm:spPr/>
    </dgm:pt>
    <dgm:pt modelId="{8B8D958A-1A31-4C78-8655-DC5790C32CE8}" type="pres">
      <dgm:prSet presAssocID="{0226C08A-714D-4028-BCD0-C97A96767F85}" presName="thickLine" presStyleLbl="alignNode1" presStyleIdx="1" presStyleCnt="2"/>
      <dgm:spPr/>
    </dgm:pt>
    <dgm:pt modelId="{EE2CAB9A-1B78-4542-9B40-5FF2F9AF051F}" type="pres">
      <dgm:prSet presAssocID="{0226C08A-714D-4028-BCD0-C97A96767F85}" presName="horz1" presStyleCnt="0"/>
      <dgm:spPr/>
    </dgm:pt>
    <dgm:pt modelId="{1B4DD7CA-EA39-4E5B-8E0F-6979276A4967}" type="pres">
      <dgm:prSet presAssocID="{0226C08A-714D-4028-BCD0-C97A96767F85}" presName="tx1" presStyleLbl="revTx" presStyleIdx="1" presStyleCnt="2"/>
      <dgm:spPr/>
    </dgm:pt>
    <dgm:pt modelId="{3B68F1C4-31B3-48B6-93A9-74A02A3520DB}" type="pres">
      <dgm:prSet presAssocID="{0226C08A-714D-4028-BCD0-C97A96767F85}" presName="vert1" presStyleCnt="0"/>
      <dgm:spPr/>
    </dgm:pt>
  </dgm:ptLst>
  <dgm:cxnLst>
    <dgm:cxn modelId="{7E250110-7049-46E2-A0F7-2F41419ABAB2}" type="presOf" srcId="{0226C08A-714D-4028-BCD0-C97A96767F85}" destId="{1B4DD7CA-EA39-4E5B-8E0F-6979276A4967}" srcOrd="0" destOrd="0" presId="urn:microsoft.com/office/officeart/2008/layout/LinedList"/>
    <dgm:cxn modelId="{DB338E23-DBC1-4CA7-84EB-3AC1B8E3D177}" type="presOf" srcId="{511F2A5C-FF31-480F-9529-3FF2FB380E0A}" destId="{4B46A9C8-A4F4-41B0-9791-94301F8FD24E}" srcOrd="0" destOrd="0" presId="urn:microsoft.com/office/officeart/2008/layout/LinedList"/>
    <dgm:cxn modelId="{E312987B-1049-4058-9026-5B1E51931C7A}" srcId="{511F2A5C-FF31-480F-9529-3FF2FB380E0A}" destId="{A5C47451-CAE5-4496-8AF2-7770D2F63A43}" srcOrd="0" destOrd="0" parTransId="{411733E3-8DB2-43BF-8126-70E7AE24B858}" sibTransId="{CAE064AB-273F-424D-9F20-4AE09D21A82A}"/>
    <dgm:cxn modelId="{EB67269F-7444-4169-A3C7-D2370A97CA5E}" srcId="{511F2A5C-FF31-480F-9529-3FF2FB380E0A}" destId="{0226C08A-714D-4028-BCD0-C97A96767F85}" srcOrd="1" destOrd="0" parTransId="{DA6E6283-7841-4049-BFF2-147015C87542}" sibTransId="{F7D38099-22EE-4D65-B8C9-F28098640979}"/>
    <dgm:cxn modelId="{4ABB46CD-27F7-45A2-9A55-AADBE08C41B8}" type="presOf" srcId="{A5C47451-CAE5-4496-8AF2-7770D2F63A43}" destId="{A0286791-D6FC-4C77-BFC4-F1CE894708C0}" srcOrd="0" destOrd="0" presId="urn:microsoft.com/office/officeart/2008/layout/LinedList"/>
    <dgm:cxn modelId="{2896BD9C-02B6-436B-A975-7C8479DA53FE}" type="presParOf" srcId="{4B46A9C8-A4F4-41B0-9791-94301F8FD24E}" destId="{2C902968-9B38-4040-9870-D3C48AF888D6}" srcOrd="0" destOrd="0" presId="urn:microsoft.com/office/officeart/2008/layout/LinedList"/>
    <dgm:cxn modelId="{10523160-77A9-4BBC-8CE0-0B7EE641CD4F}" type="presParOf" srcId="{4B46A9C8-A4F4-41B0-9791-94301F8FD24E}" destId="{A84CD44C-1F42-43B9-9439-206692199DA3}" srcOrd="1" destOrd="0" presId="urn:microsoft.com/office/officeart/2008/layout/LinedList"/>
    <dgm:cxn modelId="{6263A0E2-C84B-4E33-81E3-C86328105B40}" type="presParOf" srcId="{A84CD44C-1F42-43B9-9439-206692199DA3}" destId="{A0286791-D6FC-4C77-BFC4-F1CE894708C0}" srcOrd="0" destOrd="0" presId="urn:microsoft.com/office/officeart/2008/layout/LinedList"/>
    <dgm:cxn modelId="{1ABBE593-787D-4CD1-B546-37317A946E36}" type="presParOf" srcId="{A84CD44C-1F42-43B9-9439-206692199DA3}" destId="{C3875B16-0759-4931-B1ED-4C4B0B9EEC18}" srcOrd="1" destOrd="0" presId="urn:microsoft.com/office/officeart/2008/layout/LinedList"/>
    <dgm:cxn modelId="{3B2EA3F3-F23D-4957-8D8D-3577345888C5}" type="presParOf" srcId="{4B46A9C8-A4F4-41B0-9791-94301F8FD24E}" destId="{8B8D958A-1A31-4C78-8655-DC5790C32CE8}" srcOrd="2" destOrd="0" presId="urn:microsoft.com/office/officeart/2008/layout/LinedList"/>
    <dgm:cxn modelId="{67DB9F28-C9E0-40A2-AFA0-1D7590A0EF92}" type="presParOf" srcId="{4B46A9C8-A4F4-41B0-9791-94301F8FD24E}" destId="{EE2CAB9A-1B78-4542-9B40-5FF2F9AF051F}" srcOrd="3" destOrd="0" presId="urn:microsoft.com/office/officeart/2008/layout/LinedList"/>
    <dgm:cxn modelId="{CC313628-437F-46D1-A35C-D9C3E043FF69}" type="presParOf" srcId="{EE2CAB9A-1B78-4542-9B40-5FF2F9AF051F}" destId="{1B4DD7CA-EA39-4E5B-8E0F-6979276A4967}" srcOrd="0" destOrd="0" presId="urn:microsoft.com/office/officeart/2008/layout/LinedList"/>
    <dgm:cxn modelId="{35AE3138-6D32-430D-9AFE-234BEA393869}" type="presParOf" srcId="{EE2CAB9A-1B78-4542-9B40-5FF2F9AF051F}" destId="{3B68F1C4-31B3-48B6-93A9-74A02A3520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02968-9B38-4040-9870-D3C48AF888D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286791-D6FC-4C77-BFC4-F1CE894708C0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Understanding the algorithm and coding it, choosing correct data structure to store the disjoint set</a:t>
          </a:r>
        </a:p>
      </dsp:txBody>
      <dsp:txXfrm>
        <a:off x="0" y="0"/>
        <a:ext cx="6900512" cy="2768070"/>
      </dsp:txXfrm>
    </dsp:sp>
    <dsp:sp modelId="{8B8D958A-1A31-4C78-8655-DC5790C32CE8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DD7CA-EA39-4E5B-8E0F-6979276A4967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Understanding the DS library from lectures, and tuning it to my project</a:t>
          </a:r>
        </a:p>
      </dsp:txBody>
      <dsp:txXfrm>
        <a:off x="0" y="2768070"/>
        <a:ext cx="6900512" cy="2768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C84B25-000A-F94E-F13F-530BFFB12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B29E8D-6057-0E71-8061-91FEE3072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491709A-C012-ADD4-AB67-368B5502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7A8ED74-5459-73DB-6975-8ACB1F0D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59898-5674-2F13-8908-30565C14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980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74A4C4-E0CD-AB34-CBF9-034DDE6A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584090-9106-F6B8-D27A-8C1C7A8D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67F362E-475A-2804-2E9B-033D2756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1410444-A736-65E0-99A8-AEFAA4F4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A753D4C-335C-6AA3-5070-5471C81E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387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C41C93-AE4C-E7D1-B708-71FE4D2A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D4B2C1C-BA9A-E1A3-0942-506C1D20B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EBC7AA-06D7-AB78-ABB5-46CB5D705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B5D3F55-CB64-6BD4-1075-915C0D5A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59ADAA-0714-AEBC-6CFC-55F86076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014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AD359B-B613-9F04-9C52-841EEBD5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8FD5D7-7E39-A523-624E-FC165A613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23A139E-A63E-F303-A866-C7921B461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C1B49D2-AF3B-5A99-4643-96E858A0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B5FCCAA-4C5C-E753-CA68-D2F1C730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44281B2-236B-6FAB-0E58-8A5CA24E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241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928FA4-A40C-1140-22E5-FBB9214F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843BB60-D522-F884-D6BF-A630B4E7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C8A5EC5-BC2E-F591-CA86-EEBFF69C4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0C0BE0C-9CA2-83EB-399A-C557E5FCA4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5576A86-9D19-0CA4-CBF9-41B86A211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BFD6BAD-E25B-0E03-916D-322D6174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A2D39C8-B97C-4B88-D819-467F4E85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F4A90C4-9588-60CC-3328-30FD620F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277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531B7B-1635-2D8A-C3BB-40C24E7A4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BCE44F-5C6C-C0D2-70EA-565FFAC5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3AFCA65-1F4B-4A17-DC3A-66BF2C9D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FA4CAEB-172B-38FB-1D86-8F8740CEE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70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6C3B6A4-BBC2-0C16-FDF8-FAFDE80F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EC6CF8D-78DE-CA22-8951-355750F3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3A31518-4649-A48B-B532-D4232568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533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DFBFDA-0C23-F6A3-3D7B-14D782C2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A51815-502D-82E0-A2FE-9E3F70BC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EAE5BBE-D3DD-737E-27AC-34BCDEBF6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85956BD-2717-5F45-2320-107447A8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9768B6-4FF7-7817-6118-3EDC4CDA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786CA25-DD40-61A5-FE6A-25FEF024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663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ADB0D8-56C5-7758-9C99-56A09846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FAAEC4D-9F46-874B-82F9-CE2AC6848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1A72B21-4F34-B120-100C-B271907E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DBA5725-9970-674C-4E38-3ACA68CC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8179DFF-9D1B-D158-E583-422D7273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BF34437-C5FD-1493-96DA-D348FEEB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937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ACFD99-50CE-F18C-A25C-6B10C464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B466030-BF2C-8F6B-153D-7A474E52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FBA406B-79EC-F25A-9F8F-D4C0F8D1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AA72296-5AC4-3C5D-06CF-603730D5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2FBB818-0A15-E796-8C93-E08E6FEF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036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6DAD455-747C-51E2-8047-8C0DDFC2A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D85F17B-A129-C94A-AD7F-550180520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6DE097A-7862-305E-75E0-2869F841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38E8966-31AE-390F-7CE2-19AB01DC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DC799E1-F8B1-31B2-B78A-EB4F8880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021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DE14BAC-F41C-0DDA-56C1-D844D3F2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735A563-20D7-C843-7C38-A37AECF26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26705BD-B533-B64A-3481-FC1E077D9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64A28-51FC-4FF4-A048-C00B1DD1CDAF}" type="datetimeFigureOut">
              <a:rPr lang="pl-PL" smtClean="0"/>
              <a:t>15.04.2026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D2126E-5A0E-A2BF-DCE3-92B81E1FD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22C318-1E45-D2B1-264A-FB66A5C3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7F1D7-DDAE-447F-A934-456CA0528E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667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A2A939-3633-EAC0-A378-D41C6DBAA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Kruskal’s Minimum Spanning Tree Algorithm</a:t>
            </a:r>
            <a:endParaRPr lang="pl-PL" sz="660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3109DA-E3E4-4F78-1253-B771B4B89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/>
              <a:t>Ksawery Kochanowicz – Final project presentation</a:t>
            </a:r>
            <a:endParaRPr lang="pl-PL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1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0" name="Rectangle 103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5C854B9-BA12-C543-DC55-B377F498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200"/>
              <a:t>Introduction to the problem</a:t>
            </a:r>
            <a:endParaRPr lang="pl-PL" sz="4200"/>
          </a:p>
        </p:txBody>
      </p:sp>
      <p:sp>
        <p:nvSpPr>
          <p:cNvPr id="103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91F0FB-9F64-14CD-1D37-283E56EB3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MST – a connected subgraph without cycles, which the sum of the weights of all the edges is minimal</a:t>
            </a:r>
            <a:endParaRPr lang="pl-PL" sz="2200"/>
          </a:p>
        </p:txBody>
      </p:sp>
      <p:pic>
        <p:nvPicPr>
          <p:cNvPr id="1028" name="Picture 4" descr="Minimum spanning tree - Wikipedia">
            <a:extLst>
              <a:ext uri="{FF2B5EF4-FFF2-40B4-BE49-F238E27FC236}">
                <a16:creationId xmlns:a16="http://schemas.microsoft.com/office/drawing/2014/main" id="{CC84EC91-A3CF-3F52-B476-59525321A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41624"/>
            <a:ext cx="6903720" cy="557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60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B9D45D9-E993-EB30-72C5-D4AC6FFB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Implementation</a:t>
            </a:r>
            <a:endParaRPr lang="pl-PL" sz="54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1033E4-FD77-6A55-9FE5-8D8E596E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Changes to DataSctructureLibrary</a:t>
            </a:r>
          </a:p>
          <a:p>
            <a:r>
              <a:rPr lang="en-US" sz="2200"/>
              <a:t>Kruskal’s Default solution</a:t>
            </a:r>
          </a:p>
          <a:p>
            <a:r>
              <a:rPr lang="en-US" sz="2200"/>
              <a:t>Kruskal’s Coordinates solution &amp; Graph generation</a:t>
            </a:r>
          </a:p>
          <a:p>
            <a:r>
              <a:rPr lang="en-US" sz="2200"/>
              <a:t>Practical application</a:t>
            </a:r>
          </a:p>
          <a:p>
            <a:endParaRPr lang="pl-PL" sz="220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E6A87A9-9403-0D28-DF18-C29EC1FFF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657950"/>
            <a:ext cx="5458968" cy="55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7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E1C64D-FAE1-BBCB-851F-9426ABCD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Challenges &amp; solves</a:t>
            </a:r>
            <a:endParaRPr lang="pl-PL" sz="54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Symbol zastępczy zawartości 2">
            <a:extLst>
              <a:ext uri="{FF2B5EF4-FFF2-40B4-BE49-F238E27FC236}">
                <a16:creationId xmlns:a16="http://schemas.microsoft.com/office/drawing/2014/main" id="{453316EB-C226-DCE7-8A0A-9F4717A7C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22779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06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B4232F7-992F-D5EE-6AAF-756F0087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Reflection</a:t>
            </a:r>
            <a:endParaRPr lang="pl-PL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4A1948-5B9C-3F3E-FB06-E268E1D50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62500" lnSpcReduction="20000"/>
          </a:bodyPr>
          <a:lstStyle/>
          <a:p>
            <a:r>
              <a:rPr lang="en-US" dirty="0"/>
              <a:t>I enjoyed the project a lot, especially the freedom I've got to implement a practical solution of my choosing.</a:t>
            </a:r>
          </a:p>
          <a:p>
            <a:r>
              <a:rPr lang="en-US" dirty="0"/>
              <a:t> Working on the implementation required me to do plenty of additional research, which I feel like improved my knowledge a lot, and also got me hooked on researching different graph traversal algorithms.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sz="2200" dirty="0"/>
          </a:p>
          <a:p>
            <a:endParaRPr lang="pl-PL" sz="22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79D5CE1-07F5-FACB-50C8-A41B7E81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67513"/>
            <a:ext cx="6903720" cy="552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1314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141</Words>
  <Application>Microsoft Office PowerPoint</Application>
  <PresentationFormat>Panoramiczny</PresentationFormat>
  <Paragraphs>16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Motyw pakietu Office</vt:lpstr>
      <vt:lpstr>Kruskal’s Minimum Spanning Tree Algorithm</vt:lpstr>
      <vt:lpstr>Introduction to the problem</vt:lpstr>
      <vt:lpstr>Implementation</vt:lpstr>
      <vt:lpstr>Challenges &amp; solves</vt:lpstr>
      <vt:lpstr>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Ksawery Kochanowicz</dc:creator>
  <cp:lastModifiedBy>Ksawery Kochanowicz</cp:lastModifiedBy>
  <cp:revision>1</cp:revision>
  <dcterms:created xsi:type="dcterms:W3CDTF">2026-04-14T11:55:08Z</dcterms:created>
  <dcterms:modified xsi:type="dcterms:W3CDTF">2026-04-15T20:03:12Z</dcterms:modified>
</cp:coreProperties>
</file>